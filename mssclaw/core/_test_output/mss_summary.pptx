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identity_strength_theorem_v1.pdf for full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E-011: 3 models × 12 questions × 3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roadmap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MSS-AI Experiment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E1-E11 Summary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Strength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φ_critical = 0.660</a:t>
            </a:r>
          </a:p>
          <a:p>
            <a:pPr/>
            <a:r>
              <a:t>Crossover at ~3B params</a:t>
            </a:r>
          </a:p>
          <a:p>
            <a:pPr/>
            <a:r>
              <a:t>Nested Logic Trap: η=0.913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Pressure Immunity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Waterloo paradigm confirmed</a:t>
            </a:r>
          </a:p>
          <a:p>
            <a:pPr/>
            <a:r>
              <a:t>qwen7b 0% conformity (strongest)</a:t>
            </a:r>
          </a:p>
          <a:p>
            <a:pPr/>
            <a:r>
              <a:t>L2-OP eliminates mss-ai sovereignty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Zenodo preprint upload</a:t>
            </a:r>
          </a:p>
          <a:p>
            <a:pPr/>
            <a:r>
              <a:t>Daily context LoRA retrain</a:t>
            </a:r>
          </a:p>
          <a:p>
            <a:pPr/>
            <a:r>
              <a:t>Cross-lingual anchoring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